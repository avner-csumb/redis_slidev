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transition: fade-out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[red text]{style="color:red"} :inline-component{prop="value"}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History
- 2009 - Salvatore Sanfilippo, an Italian developer, found that MySQL could not provide the necessary performance for real-time web analytics
- Went from a small personal project from Sanfilippo, to being an industry standard for in-memory data storage.
&lt;br&gt;
## Threading
- Redis is a single threaded process and will, at most, consume two cores if you have persistence enabled.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</dc:title>
  <dc:subject>CST 363</dc:subject>
  <dc:creator/>
  <cp:lastModifiedBy/>
  <cp:revision>1</cp:revision>
  <dcterms:created xsi:type="dcterms:W3CDTF">2025-12-02T01:23:39Z</dcterms:created>
  <dcterms:modified xsi:type="dcterms:W3CDTF">2025-12-02T01:23:39Z</dcterms:modified>
</cp:coreProperties>
</file>